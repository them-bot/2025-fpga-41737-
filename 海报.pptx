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720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2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9918D3-E7A9-00E4-6846-A5D771229412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778396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This Zedboard-AD9361 system detects in-vehicle personnel and seatbelt status: AD9361 transmits signals to simulate the in-vehicle wireless environment,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Zedboard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 processes returned signal changes, and integration with a large model enhances detection accuracy, outperforming traditional light-dependent solutions.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It is widely applicable to scenarios such as safety configuration for passenger car roll-off, autonomous vehicles, and child left-behind detection in school buses. In specific use cases, it can quickly identify if children are left in the vehicle to prevent safety accidents and monitor passengers in real time.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[1] Zhu W R, Yu Y Z, Xia Z Y, et al. Design of a Software-Defined Radio Platform Based on ZYNQ-7000 and AD9361[J]. VIP Journal, 2025, 7201252040.[2] Hu W R, Wang Z G, Hu J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J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, et al. Design of a Universal Modulation Platform Based on Zynq-7000 + AD9361[J]. Telecommunication Engineering, 2020, 60 (12): 1432-1438.[3] Cai W J, Wang G F, Ye J C. Design and Implementation of Wireless Transmission System Based on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Zedboard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 and AD9361[C]//IOP Conference Series: Earth and Environmental Science. IOP Publishing, 2020, 440(2): 022093.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72" y="1093081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485" y="250225"/>
            <a:ext cx="6852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Detection System for In-Vehicle Personnel Status</a:t>
            </a:r>
            <a:endParaRPr lang="en-US" altLang="zh-CN" sz="2400" b="1" dirty="0">
              <a:solidFill>
                <a:prstClr val="black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994095" y="3695366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6096000" y="259496"/>
            <a:ext cx="2213128" cy="16585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309128" y="1905826"/>
            <a:ext cx="3659900" cy="114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09128" y="1918018"/>
            <a:ext cx="0" cy="46223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6" name="文本框 4"/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88456" y="504037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288" y="721064"/>
            <a:ext cx="2111325" cy="1187620"/>
          </a:xfrm>
          <a:prstGeom prst="rect">
            <a:avLst/>
          </a:prstGeom>
        </p:spPr>
      </p:pic>
      <p:sp>
        <p:nvSpPr>
          <p:cNvPr id="14" name="文本框 4"/>
          <p:cNvSpPr txBox="1"/>
          <p:nvPr>
            <p:custDataLst>
              <p:tags r:id="rId1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sp>
        <p:nvSpPr>
          <p:cNvPr id="24" name="矩形: 圆角 10">
            <a:extLst>
              <a:ext uri="{FF2B5EF4-FFF2-40B4-BE49-F238E27FC236}">
                <a16:creationId xmlns:a16="http://schemas.microsoft.com/office/drawing/2014/main" id="{4137E1DC-4316-A8F5-0110-E72BC587D46B}"/>
              </a:ext>
            </a:extLst>
          </p:cNvPr>
          <p:cNvSpPr/>
          <p:nvPr/>
        </p:nvSpPr>
        <p:spPr>
          <a:xfrm>
            <a:off x="4071539" y="5734545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High-speed Acquisition Card:</a:t>
            </a:r>
          </a:p>
          <a:p>
            <a:pPr lvl="0"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1.Innovative detection methods</a:t>
            </a:r>
          </a:p>
          <a:p>
            <a:pPr lvl="0"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2. hardware-software collaboration</a:t>
            </a:r>
          </a:p>
          <a:p>
            <a:pPr lvl="0"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3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. 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strong privacy protection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87DCDF71-0F6F-31F2-E734-5BDD6F2EA8FF}"/>
              </a:ext>
            </a:extLst>
          </p:cNvPr>
          <p:cNvSpPr/>
          <p:nvPr/>
        </p:nvSpPr>
        <p:spPr>
          <a:xfrm>
            <a:off x="4036832" y="3788587"/>
            <a:ext cx="3357632" cy="17951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spcBef>
                <a:spcPts val="1000"/>
              </a:spcBef>
              <a:defRPr/>
            </a:pPr>
            <a:endParaRPr lang="en-US" altLang="zh-CN" sz="11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 eaLnBrk="1" hangingPunct="1">
              <a:spcBef>
                <a:spcPts val="1000"/>
              </a:spcBef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1.AD9361 emits 2.4GHz sine waves.                            2.In-vehicle signals alter (strength/phase) via human obstruction.                                                             3.AD9361 receives altered signals, sends raw data to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Zedboard’s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 FPGA.                                                        4.FPGA preprocesses (filtering, amplification, ADC, feature extraction) to remove noise, extract features.        5.Preprocessed data to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Zedboard’s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 ARM, which communicates with upper computer via Ethernet. 6.ARM outputs results to vehicle display or alarm.</a:t>
            </a:r>
          </a:p>
          <a:p>
            <a:endParaRPr lang="en-US" altLang="zh-CN" sz="11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8ED001-AD53-95D6-9621-8BDEB2523D62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96C723-0AF7-6245-5A3E-859B013AD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85" y="2824496"/>
            <a:ext cx="1615087" cy="910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273B215A-12FA-D20B-4B61-612036A8D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9" y="2816754"/>
            <a:ext cx="1370869" cy="91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图片 25" descr="图示&#10;&#10;AI 生成的内容可能不正确。">
            <a:extLst>
              <a:ext uri="{FF2B5EF4-FFF2-40B4-BE49-F238E27FC236}">
                <a16:creationId xmlns:a16="http://schemas.microsoft.com/office/drawing/2014/main" id="{28B45682-BF21-38E7-29B8-FB7DCEF66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021" y="1789699"/>
            <a:ext cx="2827238" cy="1712137"/>
          </a:xfrm>
          <a:prstGeom prst="rect">
            <a:avLst/>
          </a:prstGeom>
        </p:spPr>
      </p:pic>
      <p:pic>
        <p:nvPicPr>
          <p:cNvPr id="28" name="图片 27" descr="墙上的钟表&#10;&#10;AI 生成的内容可能不正确。">
            <a:extLst>
              <a:ext uri="{FF2B5EF4-FFF2-40B4-BE49-F238E27FC236}">
                <a16:creationId xmlns:a16="http://schemas.microsoft.com/office/drawing/2014/main" id="{E322097C-2B81-4BC2-6921-5078C5EDE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9919" y="871228"/>
            <a:ext cx="3187488" cy="742954"/>
          </a:xfrm>
          <a:prstGeom prst="rect">
            <a:avLst/>
          </a:prstGeom>
        </p:spPr>
      </p:pic>
      <p:pic>
        <p:nvPicPr>
          <p:cNvPr id="29" name="图片 28" descr="卡通人物&#10;&#10;AI 生成的内容可能不正确。">
            <a:extLst>
              <a:ext uri="{FF2B5EF4-FFF2-40B4-BE49-F238E27FC236}">
                <a16:creationId xmlns:a16="http://schemas.microsoft.com/office/drawing/2014/main" id="{F22CC9B8-781E-17D4-80EF-187810A87B2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1403" y="295655"/>
            <a:ext cx="956774" cy="127569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D4F5CA4F-ED56-1CE7-F9FD-A85319300CD7}"/>
              </a:ext>
            </a:extLst>
          </p:cNvPr>
          <p:cNvSpPr txBox="1"/>
          <p:nvPr/>
        </p:nvSpPr>
        <p:spPr>
          <a:xfrm>
            <a:off x="8958773" y="2478675"/>
            <a:ext cx="31191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1. Test Results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The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Zedboard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 (Zynq7010)-AD9361 test platform verifies core functions: AD9361 stably transmits 2.4GHz signals, with in-vehicle propagation changes captured accurately;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/>
              </a:rPr>
              <a:t>Zedboard’s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 FPGA handles signal preprocessing, ARM interacts with upper computer, and results output smoothly—no communication interruptions.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2. Performance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Personnel detection time: ≤10s, misjudgment rate ≤5%.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Signal coverage: 0.5-5m (mainstream vehicles), light-independent, stable in complex lighting.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3. Outlook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Upgrade hardware (Zynq7020, enhanced AD9361) for better speed/accuracy.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Optimize software (lightweight large models, preprocessing algorithms).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/>
              </a:rPr>
              <a:t>Expand to smart home/office via parameter adjustment.</a:t>
            </a:r>
          </a:p>
        </p:txBody>
      </p:sp>
    </p:spTree>
    <p:extLst>
      <p:ext uri="{BB962C8B-B14F-4D97-AF65-F5344CB8AC3E}">
        <p14:creationId xmlns:p14="http://schemas.microsoft.com/office/powerpoint/2010/main" val="567274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486</Words>
  <Application>Microsoft Office PowerPoint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微软雅黑</vt:lpstr>
      <vt:lpstr>Aharoni</vt:lpstr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Lee Nova</cp:lastModifiedBy>
  <cp:revision>14</cp:revision>
  <dcterms:created xsi:type="dcterms:W3CDTF">2024-09-09T08:07:06Z</dcterms:created>
  <dcterms:modified xsi:type="dcterms:W3CDTF">2025-11-05T15:19:39Z</dcterms:modified>
</cp:coreProperties>
</file>